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FF"/>
    <a:srgbClr val="FFFFFF"/>
    <a:srgbClr val="D5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8" autoAdjust="0"/>
    <p:restoredTop sz="94660"/>
  </p:normalViewPr>
  <p:slideViewPr>
    <p:cSldViewPr snapToGrid="0">
      <p:cViewPr varScale="1">
        <p:scale>
          <a:sx n="70" d="100"/>
          <a:sy n="70" d="100"/>
        </p:scale>
        <p:origin x="96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C117-69B6-448D-B712-8D3360F45C11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D2FE-5A61-4CEA-8FB4-A1D1178FA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479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C117-69B6-448D-B712-8D3360F45C11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D2FE-5A61-4CEA-8FB4-A1D1178FA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389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C117-69B6-448D-B712-8D3360F45C11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D2FE-5A61-4CEA-8FB4-A1D1178FA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284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C117-69B6-448D-B712-8D3360F45C11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D2FE-5A61-4CEA-8FB4-A1D1178FA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589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C117-69B6-448D-B712-8D3360F45C11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D2FE-5A61-4CEA-8FB4-A1D1178FA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887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C117-69B6-448D-B712-8D3360F45C11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D2FE-5A61-4CEA-8FB4-A1D1178FA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614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C117-69B6-448D-B712-8D3360F45C11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D2FE-5A61-4CEA-8FB4-A1D1178FA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293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C117-69B6-448D-B712-8D3360F45C11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D2FE-5A61-4CEA-8FB4-A1D1178FA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81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C117-69B6-448D-B712-8D3360F45C11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D2FE-5A61-4CEA-8FB4-A1D1178FA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655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C117-69B6-448D-B712-8D3360F45C11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D2FE-5A61-4CEA-8FB4-A1D1178FA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7308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BC117-69B6-448D-B712-8D3360F45C11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ED2FE-5A61-4CEA-8FB4-A1D1178FA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33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BC117-69B6-448D-B712-8D3360F45C11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ED2FE-5A61-4CEA-8FB4-A1D1178FAC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26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53961" y="4557253"/>
            <a:ext cx="1135626" cy="4719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L1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53961" y="4085305"/>
            <a:ext cx="1135626" cy="4719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L2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53961" y="3613357"/>
            <a:ext cx="1135626" cy="4719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L3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53961" y="3141409"/>
            <a:ext cx="1135626" cy="4719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L4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353961" y="2669461"/>
            <a:ext cx="1135626" cy="4719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L5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53961" y="2197513"/>
            <a:ext cx="1135626" cy="471948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…</a:t>
            </a:r>
            <a:endParaRPr lang="zh-CN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353961" y="1725565"/>
            <a:ext cx="1135626" cy="471948"/>
          </a:xfrm>
          <a:prstGeom prst="rect">
            <a:avLst/>
          </a:prstGeom>
          <a:solidFill>
            <a:srgbClr val="EBEBFF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L32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53961" y="5412657"/>
            <a:ext cx="1135626" cy="87015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桶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smtClean="0"/>
              <a:t>Count=5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2128684" y="4557253"/>
            <a:ext cx="1135626" cy="4719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L1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2128684" y="4085305"/>
            <a:ext cx="1135626" cy="4719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L2</a:t>
            </a:r>
            <a:endParaRPr lang="zh-CN" altLang="en-US" dirty="0"/>
          </a:p>
        </p:txBody>
      </p:sp>
      <p:cxnSp>
        <p:nvCxnSpPr>
          <p:cNvPr id="17" name="直接箭头连接符 16"/>
          <p:cNvCxnSpPr>
            <a:stCxn id="5" idx="3"/>
            <a:endCxn id="13" idx="1"/>
          </p:cNvCxnSpPr>
          <p:nvPr/>
        </p:nvCxnSpPr>
        <p:spPr>
          <a:xfrm>
            <a:off x="1489587" y="4793227"/>
            <a:ext cx="6390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903407" y="4557253"/>
            <a:ext cx="1135626" cy="4719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L1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3903407" y="4085305"/>
            <a:ext cx="1135626" cy="4719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L2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3903407" y="3613357"/>
            <a:ext cx="1135626" cy="4719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L3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5678130" y="4563245"/>
            <a:ext cx="1135626" cy="4719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L1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5678130" y="4085305"/>
            <a:ext cx="1135626" cy="4719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L2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7452853" y="4557253"/>
            <a:ext cx="1135626" cy="4719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L1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9227576" y="4557257"/>
            <a:ext cx="1135626" cy="4719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L1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9227576" y="4089920"/>
            <a:ext cx="1135626" cy="4719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L2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9227576" y="3608742"/>
            <a:ext cx="1135626" cy="4719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L3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9227576" y="3136794"/>
            <a:ext cx="1135626" cy="4719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L4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11002299" y="4557253"/>
            <a:ext cx="1135626" cy="4719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L1</a:t>
            </a:r>
            <a:endParaRPr lang="zh-CN" altLang="en-US" dirty="0"/>
          </a:p>
        </p:txBody>
      </p:sp>
      <p:cxnSp>
        <p:nvCxnSpPr>
          <p:cNvPr id="31" name="直接箭头连接符 30"/>
          <p:cNvCxnSpPr>
            <a:stCxn id="14" idx="1"/>
            <a:endCxn id="6" idx="3"/>
          </p:cNvCxnSpPr>
          <p:nvPr/>
        </p:nvCxnSpPr>
        <p:spPr>
          <a:xfrm flipH="1">
            <a:off x="1489587" y="4321279"/>
            <a:ext cx="6390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7" idx="3"/>
            <a:endCxn id="20" idx="1"/>
          </p:cNvCxnSpPr>
          <p:nvPr/>
        </p:nvCxnSpPr>
        <p:spPr>
          <a:xfrm>
            <a:off x="1489587" y="3849331"/>
            <a:ext cx="24138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13" idx="3"/>
            <a:endCxn id="18" idx="1"/>
          </p:cNvCxnSpPr>
          <p:nvPr/>
        </p:nvCxnSpPr>
        <p:spPr>
          <a:xfrm>
            <a:off x="3264310" y="4793227"/>
            <a:ext cx="6390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14" idx="3"/>
            <a:endCxn id="19" idx="1"/>
          </p:cNvCxnSpPr>
          <p:nvPr/>
        </p:nvCxnSpPr>
        <p:spPr>
          <a:xfrm>
            <a:off x="3264310" y="4321279"/>
            <a:ext cx="6390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18" idx="3"/>
            <a:endCxn id="22" idx="1"/>
          </p:cNvCxnSpPr>
          <p:nvPr/>
        </p:nvCxnSpPr>
        <p:spPr>
          <a:xfrm>
            <a:off x="5039033" y="4793227"/>
            <a:ext cx="639097" cy="59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23" idx="1"/>
            <a:endCxn id="19" idx="3"/>
          </p:cNvCxnSpPr>
          <p:nvPr/>
        </p:nvCxnSpPr>
        <p:spPr>
          <a:xfrm flipH="1">
            <a:off x="5039033" y="4321279"/>
            <a:ext cx="6390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22" idx="3"/>
            <a:endCxn id="24" idx="1"/>
          </p:cNvCxnSpPr>
          <p:nvPr/>
        </p:nvCxnSpPr>
        <p:spPr>
          <a:xfrm flipV="1">
            <a:off x="6813756" y="4793227"/>
            <a:ext cx="639097" cy="59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24" idx="3"/>
            <a:endCxn id="25" idx="1"/>
          </p:cNvCxnSpPr>
          <p:nvPr/>
        </p:nvCxnSpPr>
        <p:spPr>
          <a:xfrm>
            <a:off x="8588479" y="4793227"/>
            <a:ext cx="639097" cy="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23" idx="3"/>
            <a:endCxn id="26" idx="1"/>
          </p:cNvCxnSpPr>
          <p:nvPr/>
        </p:nvCxnSpPr>
        <p:spPr>
          <a:xfrm>
            <a:off x="6813756" y="4321279"/>
            <a:ext cx="2413820" cy="46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stCxn id="20" idx="3"/>
            <a:endCxn id="27" idx="1"/>
          </p:cNvCxnSpPr>
          <p:nvPr/>
        </p:nvCxnSpPr>
        <p:spPr>
          <a:xfrm flipV="1">
            <a:off x="5039033" y="3844716"/>
            <a:ext cx="4188543" cy="46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8" idx="3"/>
            <a:endCxn id="28" idx="1"/>
          </p:cNvCxnSpPr>
          <p:nvPr/>
        </p:nvCxnSpPr>
        <p:spPr>
          <a:xfrm flipV="1">
            <a:off x="1489587" y="3372768"/>
            <a:ext cx="7737989" cy="46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25" idx="3"/>
            <a:endCxn id="29" idx="1"/>
          </p:cNvCxnSpPr>
          <p:nvPr/>
        </p:nvCxnSpPr>
        <p:spPr>
          <a:xfrm flipV="1">
            <a:off x="10363202" y="4793227"/>
            <a:ext cx="639097" cy="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 69"/>
          <p:cNvSpPr/>
          <p:nvPr/>
        </p:nvSpPr>
        <p:spPr>
          <a:xfrm>
            <a:off x="2128684" y="5412658"/>
            <a:ext cx="1135626" cy="8701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桶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Count=2</a:t>
            </a:r>
            <a:endParaRPr lang="zh-CN" altLang="en-US" dirty="0"/>
          </a:p>
        </p:txBody>
      </p:sp>
      <p:sp>
        <p:nvSpPr>
          <p:cNvPr id="71" name="矩形 70"/>
          <p:cNvSpPr/>
          <p:nvPr/>
        </p:nvSpPr>
        <p:spPr>
          <a:xfrm>
            <a:off x="3903407" y="5412658"/>
            <a:ext cx="1135626" cy="8701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桶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Count=1</a:t>
            </a:r>
            <a:endParaRPr lang="zh-CN" altLang="en-US" dirty="0"/>
          </a:p>
        </p:txBody>
      </p:sp>
      <p:sp>
        <p:nvSpPr>
          <p:cNvPr id="72" name="矩形 71"/>
          <p:cNvSpPr/>
          <p:nvPr/>
        </p:nvSpPr>
        <p:spPr>
          <a:xfrm>
            <a:off x="5678130" y="5412658"/>
            <a:ext cx="1135626" cy="8701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桶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Count=7</a:t>
            </a:r>
            <a:endParaRPr lang="zh-CN" altLang="en-US" dirty="0"/>
          </a:p>
        </p:txBody>
      </p:sp>
      <p:sp>
        <p:nvSpPr>
          <p:cNvPr id="73" name="矩形 72"/>
          <p:cNvSpPr/>
          <p:nvPr/>
        </p:nvSpPr>
        <p:spPr>
          <a:xfrm>
            <a:off x="7452853" y="5412658"/>
            <a:ext cx="1135626" cy="8701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桶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Count=4</a:t>
            </a:r>
            <a:endParaRPr lang="zh-CN" altLang="en-US" dirty="0"/>
          </a:p>
        </p:txBody>
      </p:sp>
      <p:sp>
        <p:nvSpPr>
          <p:cNvPr id="74" name="矩形 73"/>
          <p:cNvSpPr/>
          <p:nvPr/>
        </p:nvSpPr>
        <p:spPr>
          <a:xfrm>
            <a:off x="9227576" y="5412658"/>
            <a:ext cx="1135626" cy="8701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桶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Count=4</a:t>
            </a:r>
            <a:endParaRPr lang="zh-CN" altLang="en-US" dirty="0"/>
          </a:p>
        </p:txBody>
      </p:sp>
      <p:sp>
        <p:nvSpPr>
          <p:cNvPr id="75" name="矩形 74"/>
          <p:cNvSpPr/>
          <p:nvPr/>
        </p:nvSpPr>
        <p:spPr>
          <a:xfrm>
            <a:off x="11002299" y="5412658"/>
            <a:ext cx="1135626" cy="87015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桶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Count=1</a:t>
            </a:r>
            <a:endParaRPr lang="zh-CN" altLang="en-US" dirty="0"/>
          </a:p>
        </p:txBody>
      </p:sp>
      <p:cxnSp>
        <p:nvCxnSpPr>
          <p:cNvPr id="85" name="直接箭头连接符 84"/>
          <p:cNvCxnSpPr>
            <a:stCxn id="5" idx="2"/>
            <a:endCxn id="12" idx="0"/>
          </p:cNvCxnSpPr>
          <p:nvPr/>
        </p:nvCxnSpPr>
        <p:spPr>
          <a:xfrm>
            <a:off x="921774" y="5029201"/>
            <a:ext cx="0" cy="383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stCxn id="13" idx="2"/>
            <a:endCxn id="70" idx="0"/>
          </p:cNvCxnSpPr>
          <p:nvPr/>
        </p:nvCxnSpPr>
        <p:spPr>
          <a:xfrm>
            <a:off x="2696497" y="5029201"/>
            <a:ext cx="0" cy="38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18" idx="2"/>
            <a:endCxn id="71" idx="0"/>
          </p:cNvCxnSpPr>
          <p:nvPr/>
        </p:nvCxnSpPr>
        <p:spPr>
          <a:xfrm>
            <a:off x="4471220" y="5029201"/>
            <a:ext cx="0" cy="38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>
            <a:stCxn id="22" idx="2"/>
            <a:endCxn id="72" idx="0"/>
          </p:cNvCxnSpPr>
          <p:nvPr/>
        </p:nvCxnSpPr>
        <p:spPr>
          <a:xfrm>
            <a:off x="6245943" y="5035193"/>
            <a:ext cx="0" cy="377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>
            <a:stCxn id="24" idx="2"/>
            <a:endCxn id="73" idx="0"/>
          </p:cNvCxnSpPr>
          <p:nvPr/>
        </p:nvCxnSpPr>
        <p:spPr>
          <a:xfrm>
            <a:off x="8020666" y="5029201"/>
            <a:ext cx="0" cy="38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/>
          <p:cNvCxnSpPr>
            <a:stCxn id="25" idx="2"/>
            <a:endCxn id="74" idx="0"/>
          </p:cNvCxnSpPr>
          <p:nvPr/>
        </p:nvCxnSpPr>
        <p:spPr>
          <a:xfrm>
            <a:off x="9795389" y="5029205"/>
            <a:ext cx="0" cy="383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>
            <a:stCxn id="29" idx="2"/>
            <a:endCxn id="75" idx="0"/>
          </p:cNvCxnSpPr>
          <p:nvPr/>
        </p:nvCxnSpPr>
        <p:spPr>
          <a:xfrm>
            <a:off x="11570112" y="5029201"/>
            <a:ext cx="0" cy="383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/>
          <p:cNvSpPr txBox="1"/>
          <p:nvPr/>
        </p:nvSpPr>
        <p:spPr>
          <a:xfrm>
            <a:off x="1633420" y="4447651"/>
            <a:ext cx="35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5</a:t>
            </a:r>
            <a:endParaRPr lang="zh-CN" altLang="en-US" dirty="0"/>
          </a:p>
        </p:txBody>
      </p:sp>
      <p:sp>
        <p:nvSpPr>
          <p:cNvPr id="108" name="文本框 107"/>
          <p:cNvSpPr txBox="1"/>
          <p:nvPr/>
        </p:nvSpPr>
        <p:spPr>
          <a:xfrm>
            <a:off x="1633419" y="4010242"/>
            <a:ext cx="35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5</a:t>
            </a:r>
            <a:endParaRPr lang="zh-CN" altLang="en-US" dirty="0"/>
          </a:p>
        </p:txBody>
      </p:sp>
      <p:sp>
        <p:nvSpPr>
          <p:cNvPr id="109" name="文本框 108"/>
          <p:cNvSpPr txBox="1"/>
          <p:nvPr/>
        </p:nvSpPr>
        <p:spPr>
          <a:xfrm>
            <a:off x="3408143" y="4447651"/>
            <a:ext cx="35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11" name="文本框 110"/>
          <p:cNvSpPr txBox="1"/>
          <p:nvPr/>
        </p:nvSpPr>
        <p:spPr>
          <a:xfrm>
            <a:off x="3408142" y="3989131"/>
            <a:ext cx="35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12" name="文本框 111"/>
          <p:cNvSpPr txBox="1"/>
          <p:nvPr/>
        </p:nvSpPr>
        <p:spPr>
          <a:xfrm>
            <a:off x="5182865" y="4379574"/>
            <a:ext cx="35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13" name="文本框 112"/>
          <p:cNvSpPr txBox="1"/>
          <p:nvPr/>
        </p:nvSpPr>
        <p:spPr>
          <a:xfrm>
            <a:off x="5182865" y="3947332"/>
            <a:ext cx="35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14" name="文本框 113"/>
          <p:cNvSpPr txBox="1"/>
          <p:nvPr/>
        </p:nvSpPr>
        <p:spPr>
          <a:xfrm>
            <a:off x="6957588" y="4389267"/>
            <a:ext cx="35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7</a:t>
            </a:r>
            <a:endParaRPr lang="zh-CN" altLang="en-US" dirty="0"/>
          </a:p>
        </p:txBody>
      </p:sp>
      <p:sp>
        <p:nvSpPr>
          <p:cNvPr id="115" name="文本框 114"/>
          <p:cNvSpPr txBox="1"/>
          <p:nvPr/>
        </p:nvSpPr>
        <p:spPr>
          <a:xfrm>
            <a:off x="8732311" y="4447651"/>
            <a:ext cx="35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116" name="文本框 115"/>
          <p:cNvSpPr txBox="1"/>
          <p:nvPr/>
        </p:nvSpPr>
        <p:spPr>
          <a:xfrm>
            <a:off x="10507034" y="4447651"/>
            <a:ext cx="35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117" name="文本框 116"/>
          <p:cNvSpPr txBox="1"/>
          <p:nvPr/>
        </p:nvSpPr>
        <p:spPr>
          <a:xfrm>
            <a:off x="2520781" y="3472937"/>
            <a:ext cx="351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7</a:t>
            </a:r>
            <a:endParaRPr lang="zh-CN" altLang="en-US" dirty="0"/>
          </a:p>
        </p:txBody>
      </p:sp>
      <p:sp>
        <p:nvSpPr>
          <p:cNvPr id="118" name="文本框 117"/>
          <p:cNvSpPr txBox="1"/>
          <p:nvPr/>
        </p:nvSpPr>
        <p:spPr>
          <a:xfrm>
            <a:off x="5182865" y="3010359"/>
            <a:ext cx="494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19</a:t>
            </a:r>
            <a:endParaRPr lang="zh-CN" altLang="en-US" dirty="0"/>
          </a:p>
        </p:txBody>
      </p:sp>
      <p:sp>
        <p:nvSpPr>
          <p:cNvPr id="119" name="文本框 118"/>
          <p:cNvSpPr txBox="1"/>
          <p:nvPr/>
        </p:nvSpPr>
        <p:spPr>
          <a:xfrm>
            <a:off x="6813123" y="3479999"/>
            <a:ext cx="49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12</a:t>
            </a:r>
            <a:endParaRPr lang="zh-CN" altLang="en-US" dirty="0"/>
          </a:p>
        </p:txBody>
      </p:sp>
      <p:sp>
        <p:nvSpPr>
          <p:cNvPr id="120" name="文本框 119"/>
          <p:cNvSpPr txBox="1"/>
          <p:nvPr/>
        </p:nvSpPr>
        <p:spPr>
          <a:xfrm>
            <a:off x="7772718" y="3886208"/>
            <a:ext cx="495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/>
              <a:t>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260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40</Words>
  <Application>Microsoft Office PowerPoint</Application>
  <PresentationFormat>宽屏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张明凯</dc:creator>
  <cp:lastModifiedBy>张明凯</cp:lastModifiedBy>
  <cp:revision>9</cp:revision>
  <dcterms:created xsi:type="dcterms:W3CDTF">2026-03-26T07:21:29Z</dcterms:created>
  <dcterms:modified xsi:type="dcterms:W3CDTF">2026-03-26T07:47:32Z</dcterms:modified>
</cp:coreProperties>
</file>